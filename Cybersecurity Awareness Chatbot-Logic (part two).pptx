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0C25601-3589-4261-853E-8539A59B9A9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F40CF8E8-0FEF-43A7-9872-0AF68296E9AD}" type="datetimeFigureOut">
              <a:rPr lang="en-US" smtClean="0"/>
              <a:t>5/28/2026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Cybersecurity Awareness </a:t>
            </a:r>
            <a:r>
              <a:rPr lang="en-US" dirty="0" err="1"/>
              <a:t>Chatbot</a:t>
            </a:r>
            <a:r>
              <a:rPr lang="en-US" dirty="0"/>
              <a:t>-Logic (part </a:t>
            </a:r>
            <a:r>
              <a:rPr lang="en-US" dirty="0" smtClean="0"/>
              <a:t>two)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Bontle Mogane/ST10493210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56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private</a:t>
            </a:r>
            <a:r>
              <a:rPr lang="en-US" dirty="0"/>
              <a:t> </a:t>
            </a:r>
            <a:r>
              <a:rPr lang="en-US" dirty="0"/>
              <a:t>string</a:t>
            </a:r>
            <a:r>
              <a:rPr lang="en-US" dirty="0"/>
              <a:t> </a:t>
            </a:r>
            <a:r>
              <a:rPr lang="en-US" dirty="0" err="1"/>
              <a:t>GetBotResponse</a:t>
            </a:r>
            <a:r>
              <a:rPr lang="en-US" dirty="0"/>
              <a:t>(</a:t>
            </a:r>
            <a:r>
              <a:rPr lang="en-US" dirty="0"/>
              <a:t>string</a:t>
            </a:r>
            <a:r>
              <a:rPr lang="en-US" dirty="0"/>
              <a:t> </a:t>
            </a:r>
            <a:r>
              <a:rPr lang="en-US" dirty="0"/>
              <a:t>input</a:t>
            </a:r>
            <a:r>
              <a:rPr lang="en-US" dirty="0" smtClean="0"/>
              <a:t>)</a:t>
            </a:r>
          </a:p>
          <a:p>
            <a:r>
              <a:rPr lang="en-US" dirty="0" smtClean="0"/>
              <a:t> </a:t>
            </a:r>
            <a:r>
              <a:rPr lang="en-US" dirty="0"/>
              <a:t>{ </a:t>
            </a:r>
            <a:r>
              <a:rPr lang="en-US" dirty="0"/>
              <a:t>string</a:t>
            </a:r>
            <a:r>
              <a:rPr lang="en-US" dirty="0"/>
              <a:t> </a:t>
            </a:r>
            <a:r>
              <a:rPr lang="en-US" dirty="0"/>
              <a:t>lower</a:t>
            </a:r>
            <a:r>
              <a:rPr lang="en-US" dirty="0"/>
              <a:t> = </a:t>
            </a:r>
            <a:r>
              <a:rPr lang="en-US" dirty="0" err="1"/>
              <a:t>input</a:t>
            </a:r>
            <a:r>
              <a:rPr lang="en-US" dirty="0" err="1"/>
              <a:t>.</a:t>
            </a:r>
            <a:r>
              <a:rPr lang="en-US" dirty="0" err="1"/>
              <a:t>ToLower</a:t>
            </a:r>
            <a:r>
              <a:rPr lang="en-US" dirty="0"/>
              <a:t>();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(</a:t>
            </a:r>
            <a:r>
              <a:rPr lang="en-US" dirty="0"/>
              <a:t>lower</a:t>
            </a:r>
            <a:r>
              <a:rPr lang="en-US" dirty="0"/>
              <a:t> == </a:t>
            </a:r>
            <a:r>
              <a:rPr lang="en-US" dirty="0"/>
              <a:t>"exit"</a:t>
            </a:r>
            <a:r>
              <a:rPr lang="en-US" dirty="0"/>
              <a:t> || </a:t>
            </a:r>
            <a:r>
              <a:rPr lang="en-US" dirty="0"/>
              <a:t>lower</a:t>
            </a:r>
            <a:r>
              <a:rPr lang="en-US" dirty="0"/>
              <a:t> == </a:t>
            </a:r>
            <a:r>
              <a:rPr lang="en-US" dirty="0"/>
              <a:t>"quit"</a:t>
            </a:r>
            <a:r>
              <a:rPr lang="en-US" dirty="0"/>
              <a:t>) </a:t>
            </a:r>
            <a:r>
              <a:rPr lang="en-US" dirty="0"/>
              <a:t>return</a:t>
            </a:r>
            <a:r>
              <a:rPr lang="en-US" dirty="0"/>
              <a:t> </a:t>
            </a:r>
            <a:r>
              <a:rPr lang="en-US" dirty="0"/>
              <a:t>"Stay safe online! Goodbye!"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(</a:t>
            </a:r>
            <a:r>
              <a:rPr lang="en-US" dirty="0" err="1"/>
              <a:t>string</a:t>
            </a:r>
            <a:r>
              <a:rPr lang="en-US" dirty="0" err="1"/>
              <a:t>.</a:t>
            </a:r>
            <a:r>
              <a:rPr lang="en-US" dirty="0" err="1"/>
              <a:t>IsNullOrEmpty</a:t>
            </a:r>
            <a:r>
              <a:rPr lang="en-US" dirty="0"/>
              <a:t>(</a:t>
            </a:r>
            <a:r>
              <a:rPr lang="en-US" dirty="0" err="1"/>
              <a:t>userName</a:t>
            </a:r>
            <a:r>
              <a:rPr lang="en-US" dirty="0"/>
              <a:t>) &amp;&amp; !</a:t>
            </a:r>
            <a:r>
              <a:rPr lang="en-US" dirty="0" err="1"/>
              <a:t>lower</a:t>
            </a:r>
            <a:r>
              <a:rPr lang="en-US" dirty="0" err="1"/>
              <a:t>.</a:t>
            </a:r>
            <a:r>
              <a:rPr lang="en-US" dirty="0" err="1"/>
              <a:t>Contains</a:t>
            </a:r>
            <a:r>
              <a:rPr lang="en-US" dirty="0"/>
              <a:t>(</a:t>
            </a:r>
            <a:r>
              <a:rPr lang="en-US" dirty="0"/>
              <a:t>"my name is"</a:t>
            </a:r>
            <a:r>
              <a:rPr lang="en-US" dirty="0"/>
              <a:t>)) </a:t>
            </a:r>
            <a:endParaRPr lang="en-US" dirty="0" smtClean="0"/>
          </a:p>
          <a:p>
            <a:r>
              <a:rPr lang="en-US" dirty="0" smtClean="0"/>
              <a:t>{ </a:t>
            </a:r>
            <a:r>
              <a:rPr lang="en-US" dirty="0" err="1"/>
              <a:t>userName</a:t>
            </a:r>
            <a:r>
              <a:rPr lang="en-US" dirty="0"/>
              <a:t> = </a:t>
            </a:r>
            <a:r>
              <a:rPr lang="en-US" dirty="0"/>
              <a:t>input</a:t>
            </a:r>
            <a:r>
              <a:rPr lang="en-US" dirty="0"/>
              <a:t>; </a:t>
            </a:r>
            <a:r>
              <a:rPr lang="en-US" dirty="0" err="1"/>
              <a:t>TxtName.Text</a:t>
            </a:r>
            <a:r>
              <a:rPr lang="en-US" dirty="0"/>
              <a:t> = </a:t>
            </a:r>
            <a:r>
              <a:rPr lang="en-US" dirty="0" err="1"/>
              <a:t>userName</a:t>
            </a:r>
            <a:r>
              <a:rPr lang="en-US" dirty="0"/>
              <a:t>; </a:t>
            </a:r>
            <a:r>
              <a:rPr lang="en-US" dirty="0"/>
              <a:t>return</a:t>
            </a:r>
            <a:r>
              <a:rPr lang="en-US" dirty="0"/>
              <a:t> </a:t>
            </a:r>
            <a:r>
              <a:rPr lang="en-US" dirty="0"/>
              <a:t>$"Nice to meet you, </a:t>
            </a:r>
            <a:r>
              <a:rPr lang="en-US" dirty="0"/>
              <a:t>{</a:t>
            </a:r>
            <a:r>
              <a:rPr lang="en-US" dirty="0" err="1"/>
              <a:t>userName</a:t>
            </a:r>
            <a:r>
              <a:rPr lang="en-US" dirty="0"/>
              <a:t>}</a:t>
            </a:r>
            <a:r>
              <a:rPr lang="en-US" dirty="0"/>
              <a:t>! What cybersecurity topic would you like to learn about? (Try: passwords, phishing, privacy, scams)"</a:t>
            </a:r>
            <a:r>
              <a:rPr lang="en-US" dirty="0"/>
              <a:t>; } </a:t>
            </a:r>
            <a:endParaRPr lang="en-US" dirty="0" smtClean="0"/>
          </a:p>
          <a:p>
            <a:r>
              <a:rPr lang="en-US" dirty="0" smtClean="0"/>
              <a:t>else </a:t>
            </a:r>
            <a:r>
              <a:rPr lang="en-US" dirty="0"/>
              <a:t>if</a:t>
            </a:r>
            <a:r>
              <a:rPr lang="en-US" dirty="0"/>
              <a:t> (</a:t>
            </a:r>
            <a:r>
              <a:rPr lang="en-US" dirty="0" err="1"/>
              <a:t>lower</a:t>
            </a:r>
            <a:r>
              <a:rPr lang="en-US" dirty="0" err="1"/>
              <a:t>.</a:t>
            </a:r>
            <a:r>
              <a:rPr lang="en-US" dirty="0" err="1"/>
              <a:t>Contains</a:t>
            </a:r>
            <a:r>
              <a:rPr lang="en-US" dirty="0"/>
              <a:t>(</a:t>
            </a:r>
            <a:r>
              <a:rPr lang="en-US" dirty="0"/>
              <a:t>"my name is</a:t>
            </a:r>
            <a:r>
              <a:rPr lang="en-US" dirty="0" smtClean="0"/>
              <a:t>"))</a:t>
            </a:r>
          </a:p>
          <a:p>
            <a:r>
              <a:rPr lang="en-US" dirty="0" smtClean="0"/>
              <a:t> </a:t>
            </a:r>
            <a:r>
              <a:rPr lang="en-US" dirty="0"/>
              <a:t>{ </a:t>
            </a:r>
            <a:r>
              <a:rPr lang="en-US" dirty="0"/>
              <a:t>string</a:t>
            </a:r>
            <a:r>
              <a:rPr lang="en-US" dirty="0"/>
              <a:t>[] </a:t>
            </a:r>
            <a:r>
              <a:rPr lang="en-US" dirty="0"/>
              <a:t>parts</a:t>
            </a:r>
            <a:r>
              <a:rPr lang="en-US" dirty="0"/>
              <a:t> = </a:t>
            </a:r>
            <a:r>
              <a:rPr lang="en-US" dirty="0" err="1"/>
              <a:t>input</a:t>
            </a:r>
            <a:r>
              <a:rPr lang="en-US" dirty="0" err="1"/>
              <a:t>.</a:t>
            </a:r>
            <a:r>
              <a:rPr lang="en-US" dirty="0" err="1"/>
              <a:t>Split</a:t>
            </a:r>
            <a:r>
              <a:rPr lang="en-US" dirty="0"/>
              <a:t>(</a:t>
            </a:r>
            <a:r>
              <a:rPr lang="en-US" dirty="0"/>
              <a:t>new</a:t>
            </a:r>
            <a:r>
              <a:rPr lang="en-US" dirty="0"/>
              <a:t>[] { </a:t>
            </a:r>
            <a:r>
              <a:rPr lang="en-US" dirty="0"/>
              <a:t>"my name is"</a:t>
            </a:r>
            <a:r>
              <a:rPr lang="en-US" dirty="0"/>
              <a:t> }, </a:t>
            </a:r>
            <a:r>
              <a:rPr lang="en-US" dirty="0" err="1"/>
              <a:t>StringSplitOptions</a:t>
            </a:r>
            <a:r>
              <a:rPr lang="en-US" dirty="0" err="1"/>
              <a:t>.None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</a:t>
            </a:r>
            <a:r>
              <a:rPr lang="en-US" dirty="0"/>
              <a:t>if</a:t>
            </a:r>
            <a:r>
              <a:rPr lang="en-US" dirty="0"/>
              <a:t> (</a:t>
            </a:r>
            <a:r>
              <a:rPr lang="en-US" dirty="0" err="1"/>
              <a:t>parts</a:t>
            </a:r>
            <a:r>
              <a:rPr lang="en-US" dirty="0" err="1"/>
              <a:t>.Length</a:t>
            </a:r>
            <a:r>
              <a:rPr lang="en-US" dirty="0"/>
              <a:t> &gt; 1</a:t>
            </a:r>
            <a:r>
              <a:rPr lang="en-US" dirty="0" smtClean="0"/>
              <a:t>)</a:t>
            </a:r>
          </a:p>
          <a:p>
            <a:r>
              <a:rPr lang="en-US" dirty="0" smtClean="0"/>
              <a:t> </a:t>
            </a:r>
            <a:r>
              <a:rPr lang="en-US" dirty="0"/>
              <a:t>{ </a:t>
            </a:r>
            <a:r>
              <a:rPr lang="en-US" dirty="0" err="1"/>
              <a:t>userName</a:t>
            </a:r>
            <a:r>
              <a:rPr lang="en-US" dirty="0"/>
              <a:t> = </a:t>
            </a:r>
            <a:r>
              <a:rPr lang="en-US" dirty="0"/>
              <a:t>parts</a:t>
            </a:r>
            <a:r>
              <a:rPr lang="en-US" dirty="0"/>
              <a:t>[1].</a:t>
            </a:r>
            <a:r>
              <a:rPr lang="en-US" dirty="0"/>
              <a:t>Trim</a:t>
            </a:r>
            <a:r>
              <a:rPr lang="en-US" dirty="0"/>
              <a:t>(); </a:t>
            </a:r>
            <a:r>
              <a:rPr lang="en-US" dirty="0" err="1"/>
              <a:t>TxtName.Text</a:t>
            </a:r>
            <a:r>
              <a:rPr lang="en-US" dirty="0"/>
              <a:t> = </a:t>
            </a:r>
            <a:r>
              <a:rPr lang="en-US" dirty="0" err="1"/>
              <a:t>userName</a:t>
            </a:r>
            <a:r>
              <a:rPr lang="en-US" dirty="0"/>
              <a:t>; </a:t>
            </a:r>
            <a:r>
              <a:rPr lang="en-US" dirty="0"/>
              <a:t>return</a:t>
            </a:r>
            <a:r>
              <a:rPr lang="en-US" dirty="0"/>
              <a:t> </a:t>
            </a:r>
            <a:r>
              <a:rPr lang="en-US" dirty="0"/>
              <a:t>$"Thanks </a:t>
            </a:r>
            <a:r>
              <a:rPr lang="en-US" dirty="0"/>
              <a:t>{</a:t>
            </a:r>
            <a:r>
              <a:rPr lang="en-US" dirty="0" err="1"/>
              <a:t>userName</a:t>
            </a:r>
            <a:r>
              <a:rPr lang="en-US" dirty="0"/>
              <a:t>}</a:t>
            </a:r>
            <a:r>
              <a:rPr lang="en-US" dirty="0"/>
              <a:t>! I'll remember you. Now, ask me about cybersecurity!"</a:t>
            </a:r>
            <a:r>
              <a:rPr lang="en-US" dirty="0"/>
              <a:t>; } } </a:t>
            </a:r>
            <a:endParaRPr lang="en-US" dirty="0" smtClean="0"/>
          </a:p>
          <a:p>
            <a:r>
              <a:rPr lang="en-US" dirty="0" smtClean="0"/>
              <a:t>Handles all conversation logic.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24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Response generator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private</a:t>
            </a:r>
            <a:r>
              <a:rPr lang="en-US" dirty="0"/>
              <a:t> </a:t>
            </a:r>
            <a:r>
              <a:rPr lang="en-US" dirty="0"/>
              <a:t>Dictionary</a:t>
            </a:r>
            <a:r>
              <a:rPr lang="en-US" dirty="0"/>
              <a:t>&lt;</a:t>
            </a:r>
            <a:r>
              <a:rPr lang="en-US" dirty="0"/>
              <a:t>string</a:t>
            </a:r>
            <a:r>
              <a:rPr lang="en-US" dirty="0"/>
              <a:t>, </a:t>
            </a:r>
            <a:r>
              <a:rPr lang="en-US" dirty="0"/>
              <a:t>List</a:t>
            </a:r>
            <a:r>
              <a:rPr lang="en-US" dirty="0"/>
              <a:t>&lt;</a:t>
            </a:r>
            <a:r>
              <a:rPr lang="en-US" dirty="0"/>
              <a:t>string</a:t>
            </a:r>
            <a:r>
              <a:rPr lang="en-US" dirty="0"/>
              <a:t>&gt;&gt; </a:t>
            </a:r>
            <a:r>
              <a:rPr lang="en-US" dirty="0" err="1"/>
              <a:t>randomTips</a:t>
            </a:r>
            <a:r>
              <a:rPr lang="en-US" dirty="0"/>
              <a:t> = </a:t>
            </a:r>
            <a:r>
              <a:rPr lang="en-US" dirty="0"/>
              <a:t>new</a:t>
            </a:r>
            <a:r>
              <a:rPr lang="en-US" dirty="0"/>
              <a:t> </a:t>
            </a:r>
            <a:r>
              <a:rPr lang="en-US" dirty="0"/>
              <a:t>Dictionary</a:t>
            </a:r>
            <a:r>
              <a:rPr lang="en-US" dirty="0"/>
              <a:t>&lt;</a:t>
            </a:r>
            <a:r>
              <a:rPr lang="en-US" dirty="0"/>
              <a:t>string</a:t>
            </a:r>
            <a:r>
              <a:rPr lang="en-US" dirty="0"/>
              <a:t>, </a:t>
            </a:r>
            <a:r>
              <a:rPr lang="en-US" dirty="0"/>
              <a:t>List</a:t>
            </a:r>
            <a:r>
              <a:rPr lang="en-US" dirty="0"/>
              <a:t>&lt;</a:t>
            </a:r>
            <a:r>
              <a:rPr lang="en-US" dirty="0"/>
              <a:t>string</a:t>
            </a:r>
            <a:r>
              <a:rPr lang="en-US" dirty="0"/>
              <a:t>&gt;&gt;() </a:t>
            </a:r>
            <a:endParaRPr lang="en-US" dirty="0" smtClean="0"/>
          </a:p>
          <a:p>
            <a:r>
              <a:rPr lang="en-US" dirty="0" smtClean="0"/>
              <a:t>{ </a:t>
            </a:r>
            <a:r>
              <a:rPr lang="en-US" dirty="0"/>
              <a:t>{ </a:t>
            </a:r>
            <a:r>
              <a:rPr lang="en-US" dirty="0"/>
              <a:t>"password"</a:t>
            </a:r>
            <a:r>
              <a:rPr lang="en-US" dirty="0"/>
              <a:t>, </a:t>
            </a:r>
            <a:r>
              <a:rPr lang="en-US" dirty="0"/>
              <a:t>new</a:t>
            </a:r>
            <a:r>
              <a:rPr lang="en-US" dirty="0"/>
              <a:t> </a:t>
            </a:r>
            <a:r>
              <a:rPr lang="en-US" dirty="0"/>
              <a:t>List</a:t>
            </a:r>
            <a:r>
              <a:rPr lang="en-US" dirty="0"/>
              <a:t>&lt;</a:t>
            </a:r>
            <a:r>
              <a:rPr lang="en-US" dirty="0"/>
              <a:t>string</a:t>
            </a:r>
            <a:r>
              <a:rPr lang="en-US" dirty="0"/>
              <a:t>&gt; { </a:t>
            </a:r>
            <a:r>
              <a:rPr lang="en-US" dirty="0"/>
              <a:t>"Use at least 12 characters with uppercase, lowercase, numbers, and symbols."</a:t>
            </a:r>
            <a:r>
              <a:rPr lang="en-US" dirty="0"/>
              <a:t>, </a:t>
            </a:r>
            <a:r>
              <a:rPr lang="en-US" dirty="0"/>
              <a:t>"Never reuse passwords across sites. Use a password manager!"</a:t>
            </a:r>
            <a:r>
              <a:rPr lang="en-US" dirty="0"/>
              <a:t>, </a:t>
            </a:r>
            <a:r>
              <a:rPr lang="en-US" dirty="0"/>
              <a:t>"Avoid dictionary words or personal info like your birthday."</a:t>
            </a:r>
            <a:r>
              <a:rPr lang="en-US" dirty="0"/>
              <a:t> }}, { </a:t>
            </a:r>
            <a:r>
              <a:rPr lang="en-US" dirty="0"/>
              <a:t>"phishing"</a:t>
            </a:r>
            <a:r>
              <a:rPr lang="en-US" dirty="0"/>
              <a:t>, </a:t>
            </a:r>
            <a:r>
              <a:rPr lang="en-US" dirty="0"/>
              <a:t>new</a:t>
            </a:r>
            <a:r>
              <a:rPr lang="en-US" dirty="0"/>
              <a:t> </a:t>
            </a:r>
            <a:r>
              <a:rPr lang="en-US" dirty="0"/>
              <a:t>List</a:t>
            </a:r>
            <a:r>
              <a:rPr lang="en-US" dirty="0"/>
              <a:t>&lt;</a:t>
            </a:r>
            <a:r>
              <a:rPr lang="en-US" dirty="0"/>
              <a:t>string</a:t>
            </a:r>
            <a:r>
              <a:rPr lang="en-US" dirty="0"/>
              <a:t>&gt; { </a:t>
            </a:r>
            <a:r>
              <a:rPr lang="en-US" dirty="0"/>
              <a:t>"Always check the sender's email address before clicking links."</a:t>
            </a:r>
            <a:r>
              <a:rPr lang="en-US" dirty="0"/>
              <a:t>, </a:t>
            </a:r>
            <a:r>
              <a:rPr lang="en-US" dirty="0"/>
              <a:t>"Hover over links to see the real URL before clicking."</a:t>
            </a:r>
            <a:r>
              <a:rPr lang="en-US" dirty="0"/>
              <a:t>, </a:t>
            </a:r>
            <a:r>
              <a:rPr lang="en-US" dirty="0"/>
              <a:t>"Look for urgent language or spelling errors - common in phishing emails."</a:t>
            </a:r>
            <a:r>
              <a:rPr lang="en-US" dirty="0"/>
              <a:t> }}, { </a:t>
            </a:r>
            <a:r>
              <a:rPr lang="en-US" dirty="0"/>
              <a:t>"privacy"</a:t>
            </a:r>
            <a:r>
              <a:rPr lang="en-US" dirty="0"/>
              <a:t>, </a:t>
            </a:r>
            <a:r>
              <a:rPr lang="en-US" dirty="0"/>
              <a:t>new</a:t>
            </a:r>
            <a:r>
              <a:rPr lang="en-US" dirty="0"/>
              <a:t> </a:t>
            </a:r>
            <a:r>
              <a:rPr lang="en-US" dirty="0"/>
              <a:t>List</a:t>
            </a:r>
            <a:r>
              <a:rPr lang="en-US" dirty="0"/>
              <a:t>&lt;</a:t>
            </a:r>
            <a:r>
              <a:rPr lang="en-US" dirty="0"/>
              <a:t>string</a:t>
            </a:r>
            <a:r>
              <a:rPr lang="en-US" dirty="0"/>
              <a:t>&gt; { </a:t>
            </a:r>
            <a:r>
              <a:rPr lang="en-US" dirty="0"/>
              <a:t>"Review app permissions regularly - they might access more than needed."</a:t>
            </a:r>
            <a:r>
              <a:rPr lang="en-US" dirty="0"/>
              <a:t>, </a:t>
            </a:r>
            <a:r>
              <a:rPr lang="en-US" dirty="0"/>
              <a:t>"Use a VPN on public Wi-Fi to encrypt your data."</a:t>
            </a:r>
            <a:r>
              <a:rPr lang="en-US" dirty="0"/>
              <a:t>, </a:t>
            </a:r>
            <a:r>
              <a:rPr lang="en-US" dirty="0"/>
              <a:t>"Check social media privacy settings - limit who sees your info."</a:t>
            </a:r>
            <a:r>
              <a:rPr lang="en-US" dirty="0"/>
              <a:t> }}, { </a:t>
            </a:r>
            <a:r>
              <a:rPr lang="en-US" dirty="0"/>
              <a:t>"scam"</a:t>
            </a:r>
            <a:r>
              <a:rPr lang="en-US" dirty="0"/>
              <a:t>, </a:t>
            </a:r>
            <a:r>
              <a:rPr lang="en-US" dirty="0"/>
              <a:t>new</a:t>
            </a:r>
            <a:r>
              <a:rPr lang="en-US" dirty="0"/>
              <a:t> </a:t>
            </a:r>
            <a:r>
              <a:rPr lang="en-US" dirty="0"/>
              <a:t>List</a:t>
            </a:r>
            <a:r>
              <a:rPr lang="en-US" dirty="0"/>
              <a:t>&lt;</a:t>
            </a:r>
            <a:r>
              <a:rPr lang="en-US" dirty="0"/>
              <a:t>string</a:t>
            </a:r>
            <a:r>
              <a:rPr lang="en-US" dirty="0"/>
              <a:t>&gt; { </a:t>
            </a:r>
            <a:r>
              <a:rPr lang="en-US" dirty="0"/>
              <a:t>"Hang up on unsolicited calls asking for personal info."</a:t>
            </a:r>
            <a:r>
              <a:rPr lang="en-US" dirty="0"/>
              <a:t>, </a:t>
            </a:r>
            <a:r>
              <a:rPr lang="en-US" dirty="0"/>
              <a:t>"Never pay upfront for a prize - real winnings don't ask for fees."</a:t>
            </a:r>
            <a:r>
              <a:rPr lang="en-US" dirty="0"/>
              <a:t>, </a:t>
            </a:r>
            <a:r>
              <a:rPr lang="en-US" dirty="0"/>
              <a:t>"If an offer seems to good to be true, it probably is."</a:t>
            </a:r>
            <a:r>
              <a:rPr lang="en-US" dirty="0"/>
              <a:t> }} };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01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Private string </a:t>
            </a:r>
            <a:r>
              <a:rPr lang="en-US" dirty="0" err="1" smtClean="0"/>
              <a:t>GetRandomTips</a:t>
            </a:r>
            <a:r>
              <a:rPr lang="en-US" dirty="0" smtClean="0"/>
              <a:t>(string topic)</a:t>
            </a:r>
          </a:p>
          <a:p>
            <a:r>
              <a:rPr lang="en-US" dirty="0" smtClean="0"/>
              <a:t>{if(!</a:t>
            </a:r>
            <a:r>
              <a:rPr lang="en-US" dirty="0" err="1" smtClean="0"/>
              <a:t>randomTips.ContainsKey</a:t>
            </a:r>
            <a:r>
              <a:rPr lang="en-US" dirty="0" smtClean="0"/>
              <a:t>(topic))</a:t>
            </a:r>
          </a:p>
          <a:p>
            <a:r>
              <a:rPr lang="en-US" dirty="0" smtClean="0"/>
              <a:t> return </a:t>
            </a:r>
            <a:r>
              <a:rPr lang="en-US" dirty="0" err="1" smtClean="0"/>
              <a:t>GetBasicInfo</a:t>
            </a:r>
            <a:r>
              <a:rPr lang="en-US" dirty="0" smtClean="0"/>
              <a:t>(topic);</a:t>
            </a:r>
          </a:p>
          <a:p>
            <a:r>
              <a:rPr lang="en-US" dirty="0"/>
              <a:t> </a:t>
            </a:r>
            <a:r>
              <a:rPr lang="en-US" dirty="0" err="1" smtClean="0"/>
              <a:t>var</a:t>
            </a:r>
            <a:r>
              <a:rPr lang="en-US" dirty="0" smtClean="0"/>
              <a:t> tips = </a:t>
            </a:r>
            <a:r>
              <a:rPr lang="en-US" dirty="0" err="1" smtClean="0"/>
              <a:t>randomTips</a:t>
            </a:r>
            <a:r>
              <a:rPr lang="en-US" dirty="0" smtClean="0"/>
              <a:t>;</a:t>
            </a:r>
          </a:p>
          <a:p>
            <a:r>
              <a:rPr lang="en-US" dirty="0" smtClean="0"/>
              <a:t> return tips[</a:t>
            </a:r>
            <a:r>
              <a:rPr lang="en-US" dirty="0" err="1" smtClean="0"/>
              <a:t>rand.Next</a:t>
            </a:r>
            <a:r>
              <a:rPr lang="en-US" dirty="0" smtClean="0"/>
              <a:t>(</a:t>
            </a:r>
            <a:r>
              <a:rPr lang="en-US" dirty="0" err="1" smtClean="0"/>
              <a:t>tips.Count</a:t>
            </a:r>
            <a:r>
              <a:rPr lang="en-US" dirty="0" smtClean="0"/>
              <a:t>)];}</a:t>
            </a:r>
          </a:p>
          <a:p>
            <a:r>
              <a:rPr lang="en-US" dirty="0" smtClean="0"/>
              <a:t>Creates different, non-repetitive responses.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39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Delegate dictionary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Delegate declaration:</a:t>
            </a:r>
          </a:p>
          <a:p>
            <a:r>
              <a:rPr lang="en-US" dirty="0" smtClean="0"/>
              <a:t>public </a:t>
            </a:r>
            <a:r>
              <a:rPr lang="en-US" dirty="0"/>
              <a:t>delegate</a:t>
            </a:r>
            <a:r>
              <a:rPr lang="en-US" dirty="0"/>
              <a:t> </a:t>
            </a:r>
            <a:r>
              <a:rPr lang="en-US" dirty="0"/>
              <a:t>string</a:t>
            </a:r>
            <a:r>
              <a:rPr lang="en-US" dirty="0"/>
              <a:t> </a:t>
            </a:r>
            <a:r>
              <a:rPr lang="en-US" dirty="0" err="1"/>
              <a:t>TopicResponseDelegate</a:t>
            </a:r>
            <a:r>
              <a:rPr lang="en-US" dirty="0"/>
              <a:t>(); </a:t>
            </a:r>
            <a:endParaRPr lang="en-US" dirty="0" smtClean="0"/>
          </a:p>
          <a:p>
            <a:r>
              <a:rPr lang="en-US" dirty="0"/>
              <a:t>private</a:t>
            </a:r>
            <a:r>
              <a:rPr lang="en-US" dirty="0"/>
              <a:t> </a:t>
            </a:r>
            <a:r>
              <a:rPr lang="en-US" dirty="0"/>
              <a:t>void</a:t>
            </a:r>
            <a:r>
              <a:rPr lang="en-US" dirty="0"/>
              <a:t> </a:t>
            </a:r>
            <a:r>
              <a:rPr lang="en-US" dirty="0" err="1"/>
              <a:t>InitializeTopicDelegates</a:t>
            </a:r>
            <a:r>
              <a:rPr lang="en-US" dirty="0"/>
              <a:t>() { </a:t>
            </a:r>
            <a:r>
              <a:rPr lang="en-US" dirty="0" err="1"/>
              <a:t>topicDelegates</a:t>
            </a:r>
            <a:r>
              <a:rPr lang="en-US" dirty="0"/>
              <a:t> = </a:t>
            </a:r>
            <a:r>
              <a:rPr lang="en-US" dirty="0"/>
              <a:t>new</a:t>
            </a:r>
            <a:r>
              <a:rPr lang="en-US" dirty="0"/>
              <a:t> </a:t>
            </a:r>
            <a:r>
              <a:rPr lang="en-US" dirty="0"/>
              <a:t>Dictionary</a:t>
            </a:r>
            <a:r>
              <a:rPr lang="en-US" dirty="0"/>
              <a:t>&lt;</a:t>
            </a:r>
            <a:r>
              <a:rPr lang="en-US" dirty="0"/>
              <a:t>string</a:t>
            </a:r>
            <a:r>
              <a:rPr lang="en-US" dirty="0"/>
              <a:t>, </a:t>
            </a:r>
            <a:r>
              <a:rPr lang="en-US" dirty="0" err="1"/>
              <a:t>TopicResponseDelegate</a:t>
            </a:r>
            <a:r>
              <a:rPr lang="en-US" dirty="0"/>
              <a:t>&gt; { </a:t>
            </a:r>
            <a:endParaRPr lang="en-US" dirty="0" smtClean="0"/>
          </a:p>
          <a:p>
            <a:r>
              <a:rPr lang="en-US" dirty="0" smtClean="0"/>
              <a:t>{ </a:t>
            </a:r>
            <a:r>
              <a:rPr lang="en-US" dirty="0"/>
              <a:t>"password"</a:t>
            </a:r>
            <a:r>
              <a:rPr lang="en-US" dirty="0"/>
              <a:t>, () =&gt; </a:t>
            </a:r>
            <a:r>
              <a:rPr lang="en-US" dirty="0" err="1"/>
              <a:t>GetRandomTip</a:t>
            </a:r>
            <a:r>
              <a:rPr lang="en-US" dirty="0"/>
              <a:t>(</a:t>
            </a:r>
            <a:r>
              <a:rPr lang="en-US" dirty="0"/>
              <a:t>"password"</a:t>
            </a:r>
            <a:r>
              <a:rPr lang="en-US" dirty="0"/>
              <a:t>) }, { </a:t>
            </a:r>
            <a:r>
              <a:rPr lang="en-US" dirty="0"/>
              <a:t>"passcode"</a:t>
            </a:r>
            <a:r>
              <a:rPr lang="en-US" dirty="0"/>
              <a:t>, () =&gt; </a:t>
            </a:r>
            <a:r>
              <a:rPr lang="en-US" dirty="0" err="1"/>
              <a:t>GetRandomTip</a:t>
            </a:r>
            <a:r>
              <a:rPr lang="en-US" dirty="0"/>
              <a:t>(</a:t>
            </a:r>
            <a:r>
              <a:rPr lang="en-US" dirty="0"/>
              <a:t>"password"</a:t>
            </a:r>
            <a:r>
              <a:rPr lang="en-US" dirty="0"/>
              <a:t>) </a:t>
            </a:r>
            <a:r>
              <a:rPr lang="en-US" dirty="0" smtClean="0"/>
              <a:t>},</a:t>
            </a:r>
          </a:p>
          <a:p>
            <a:r>
              <a:rPr lang="en-US" dirty="0" smtClean="0"/>
              <a:t> </a:t>
            </a:r>
            <a:r>
              <a:rPr lang="en-US" dirty="0"/>
              <a:t>{ </a:t>
            </a:r>
            <a:r>
              <a:rPr lang="en-US" dirty="0"/>
              <a:t>"passphrase"</a:t>
            </a:r>
            <a:r>
              <a:rPr lang="en-US" dirty="0"/>
              <a:t>, () =&gt; </a:t>
            </a:r>
            <a:r>
              <a:rPr lang="en-US" dirty="0" err="1"/>
              <a:t>GetRandomTip</a:t>
            </a:r>
            <a:r>
              <a:rPr lang="en-US" dirty="0"/>
              <a:t>(</a:t>
            </a:r>
            <a:r>
              <a:rPr lang="en-US" dirty="0"/>
              <a:t>"password"</a:t>
            </a:r>
            <a:r>
              <a:rPr lang="en-US" dirty="0"/>
              <a:t>) </a:t>
            </a:r>
            <a:r>
              <a:rPr lang="en-US" dirty="0" smtClean="0"/>
              <a:t>},</a:t>
            </a:r>
          </a:p>
          <a:p>
            <a:r>
              <a:rPr lang="en-US" dirty="0" smtClean="0"/>
              <a:t> </a:t>
            </a:r>
            <a:r>
              <a:rPr lang="en-US" dirty="0"/>
              <a:t>{ </a:t>
            </a:r>
            <a:r>
              <a:rPr lang="en-US" dirty="0"/>
              <a:t>"phishing"</a:t>
            </a:r>
            <a:r>
              <a:rPr lang="en-US" dirty="0"/>
              <a:t>, () =&gt; </a:t>
            </a:r>
            <a:r>
              <a:rPr lang="en-US" dirty="0" err="1"/>
              <a:t>GetRandomTip</a:t>
            </a:r>
            <a:r>
              <a:rPr lang="en-US" dirty="0"/>
              <a:t>(</a:t>
            </a:r>
            <a:r>
              <a:rPr lang="en-US" dirty="0"/>
              <a:t>"phishing"</a:t>
            </a:r>
            <a:r>
              <a:rPr lang="en-US" dirty="0"/>
              <a:t>) </a:t>
            </a:r>
            <a:r>
              <a:rPr lang="en-US" dirty="0" smtClean="0"/>
              <a:t>},</a:t>
            </a:r>
          </a:p>
          <a:p>
            <a:r>
              <a:rPr lang="en-US" dirty="0" smtClean="0"/>
              <a:t> </a:t>
            </a:r>
            <a:r>
              <a:rPr lang="en-US" dirty="0"/>
              <a:t>{ </a:t>
            </a:r>
            <a:r>
              <a:rPr lang="en-US" dirty="0"/>
              <a:t>"privacy"</a:t>
            </a:r>
            <a:r>
              <a:rPr lang="en-US" dirty="0"/>
              <a:t>, () =&gt; </a:t>
            </a:r>
            <a:r>
              <a:rPr lang="en-US" dirty="0" err="1"/>
              <a:t>GetRandomTip</a:t>
            </a:r>
            <a:r>
              <a:rPr lang="en-US" dirty="0"/>
              <a:t>(</a:t>
            </a:r>
            <a:r>
              <a:rPr lang="en-US" dirty="0"/>
              <a:t>"privacy"</a:t>
            </a:r>
            <a:r>
              <a:rPr lang="en-US" dirty="0"/>
              <a:t>) }, </a:t>
            </a:r>
            <a:endParaRPr lang="en-US" dirty="0" smtClean="0"/>
          </a:p>
          <a:p>
            <a:r>
              <a:rPr lang="en-US" dirty="0" smtClean="0"/>
              <a:t>{ </a:t>
            </a:r>
            <a:r>
              <a:rPr lang="en-US" dirty="0"/>
              <a:t>"private"</a:t>
            </a:r>
            <a:r>
              <a:rPr lang="en-US" dirty="0"/>
              <a:t>, () =&gt; </a:t>
            </a:r>
            <a:r>
              <a:rPr lang="en-US" dirty="0" err="1"/>
              <a:t>GetRandomTip</a:t>
            </a:r>
            <a:r>
              <a:rPr lang="en-US" dirty="0"/>
              <a:t>(</a:t>
            </a:r>
            <a:r>
              <a:rPr lang="en-US" dirty="0"/>
              <a:t>"privacy"</a:t>
            </a:r>
            <a:r>
              <a:rPr lang="en-US" dirty="0"/>
              <a:t>) </a:t>
            </a:r>
            <a:r>
              <a:rPr lang="en-US" dirty="0" smtClean="0"/>
              <a:t>},</a:t>
            </a:r>
          </a:p>
          <a:p>
            <a:r>
              <a:rPr lang="en-US" dirty="0" smtClean="0"/>
              <a:t> </a:t>
            </a:r>
            <a:r>
              <a:rPr lang="en-US" dirty="0"/>
              <a:t>{ </a:t>
            </a:r>
            <a:r>
              <a:rPr lang="en-US" dirty="0"/>
              <a:t>"data"</a:t>
            </a:r>
            <a:r>
              <a:rPr lang="en-US" dirty="0"/>
              <a:t>, () =&gt; </a:t>
            </a:r>
            <a:r>
              <a:rPr lang="en-US" dirty="0" err="1"/>
              <a:t>GetRandomTip</a:t>
            </a:r>
            <a:r>
              <a:rPr lang="en-US" dirty="0"/>
              <a:t>(</a:t>
            </a:r>
            <a:r>
              <a:rPr lang="en-US" dirty="0"/>
              <a:t>"privacy"</a:t>
            </a:r>
            <a:r>
              <a:rPr lang="en-US" dirty="0"/>
              <a:t>) }, </a:t>
            </a:r>
            <a:endParaRPr lang="en-US" dirty="0" smtClean="0"/>
          </a:p>
          <a:p>
            <a:r>
              <a:rPr lang="en-US" dirty="0" smtClean="0"/>
              <a:t>{ </a:t>
            </a:r>
            <a:r>
              <a:rPr lang="en-US" dirty="0"/>
              <a:t>"scam"</a:t>
            </a:r>
            <a:r>
              <a:rPr lang="en-US" dirty="0"/>
              <a:t>, () =&gt; </a:t>
            </a:r>
            <a:r>
              <a:rPr lang="en-US" dirty="0" err="1"/>
              <a:t>GetRandomTip</a:t>
            </a:r>
            <a:r>
              <a:rPr lang="en-US" dirty="0"/>
              <a:t>(</a:t>
            </a:r>
            <a:r>
              <a:rPr lang="en-US" dirty="0"/>
              <a:t>"scam"</a:t>
            </a:r>
            <a:r>
              <a:rPr lang="en-US" dirty="0"/>
              <a:t>) }, </a:t>
            </a:r>
            <a:endParaRPr lang="en-US" dirty="0" smtClean="0"/>
          </a:p>
          <a:p>
            <a:r>
              <a:rPr lang="en-US" dirty="0" smtClean="0"/>
              <a:t>{ </a:t>
            </a:r>
            <a:r>
              <a:rPr lang="en-US" dirty="0"/>
              <a:t>"fraud"</a:t>
            </a:r>
            <a:r>
              <a:rPr lang="en-US" dirty="0"/>
              <a:t>, () =&gt; </a:t>
            </a:r>
            <a:r>
              <a:rPr lang="en-US" dirty="0" err="1"/>
              <a:t>GetRandomTip</a:t>
            </a:r>
            <a:r>
              <a:rPr lang="en-US" dirty="0"/>
              <a:t>(</a:t>
            </a:r>
            <a:r>
              <a:rPr lang="en-US" dirty="0"/>
              <a:t>"scam"</a:t>
            </a:r>
            <a:r>
              <a:rPr lang="en-US" dirty="0"/>
              <a:t>) } }; }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7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foreach</a:t>
            </a:r>
            <a:r>
              <a:rPr lang="en-US" dirty="0"/>
              <a:t> (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kvp</a:t>
            </a:r>
            <a:r>
              <a:rPr lang="en-US" dirty="0"/>
              <a:t> </a:t>
            </a:r>
            <a:r>
              <a:rPr lang="en-US" dirty="0"/>
              <a:t>in</a:t>
            </a:r>
            <a:r>
              <a:rPr lang="en-US" dirty="0"/>
              <a:t> </a:t>
            </a:r>
            <a:r>
              <a:rPr lang="en-US" dirty="0" err="1"/>
              <a:t>topicDelegates</a:t>
            </a:r>
            <a:r>
              <a:rPr lang="en-US" dirty="0"/>
              <a:t>) </a:t>
            </a:r>
            <a:r>
              <a:rPr lang="en-US" dirty="0" smtClean="0"/>
              <a:t>{ </a:t>
            </a:r>
          </a:p>
          <a:p>
            <a:r>
              <a:rPr lang="en-US" dirty="0" smtClean="0"/>
              <a:t>if </a:t>
            </a:r>
            <a:r>
              <a:rPr lang="en-US" dirty="0"/>
              <a:t>(</a:t>
            </a:r>
            <a:r>
              <a:rPr lang="en-US" dirty="0" err="1"/>
              <a:t>lower</a:t>
            </a:r>
            <a:r>
              <a:rPr lang="en-US" dirty="0" err="1"/>
              <a:t>.</a:t>
            </a:r>
            <a:r>
              <a:rPr lang="en-US" dirty="0" err="1"/>
              <a:t>Contains</a:t>
            </a:r>
            <a:r>
              <a:rPr lang="en-US" dirty="0"/>
              <a:t>(</a:t>
            </a:r>
            <a:r>
              <a:rPr lang="en-US" dirty="0" err="1"/>
              <a:t>kvp</a:t>
            </a:r>
            <a:r>
              <a:rPr lang="en-US" dirty="0" err="1"/>
              <a:t>.Key</a:t>
            </a:r>
            <a:r>
              <a:rPr lang="en-US" dirty="0"/>
              <a:t>)) </a:t>
            </a:r>
            <a:endParaRPr lang="en-US" dirty="0" smtClean="0"/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</a:t>
            </a:r>
            <a:r>
              <a:rPr lang="en-US" dirty="0" err="1"/>
              <a:t>lastTopic</a:t>
            </a:r>
            <a:r>
              <a:rPr lang="en-US" dirty="0"/>
              <a:t> = </a:t>
            </a:r>
            <a:r>
              <a:rPr lang="en-US" dirty="0" err="1"/>
              <a:t>kvp</a:t>
            </a:r>
            <a:r>
              <a:rPr lang="en-US" dirty="0" err="1"/>
              <a:t>.Key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 smtClean="0"/>
              <a:t> return </a:t>
            </a:r>
            <a:r>
              <a:rPr lang="en-US" dirty="0"/>
              <a:t>prefix</a:t>
            </a:r>
            <a:r>
              <a:rPr lang="en-US" dirty="0"/>
              <a:t> + </a:t>
            </a:r>
            <a:r>
              <a:rPr lang="en-US" dirty="0" err="1"/>
              <a:t>kvp</a:t>
            </a:r>
            <a:r>
              <a:rPr lang="en-US" dirty="0" err="1"/>
              <a:t>.Value</a:t>
            </a:r>
            <a:r>
              <a:rPr lang="en-US" dirty="0"/>
              <a:t>(); </a:t>
            </a:r>
            <a:endParaRPr lang="en-US" dirty="0" smtClean="0"/>
          </a:p>
          <a:p>
            <a:r>
              <a:rPr lang="en-US" dirty="0" smtClean="0"/>
              <a:t>Adding a new topic </a:t>
            </a:r>
            <a:r>
              <a:rPr lang="en-US" dirty="0"/>
              <a:t> </a:t>
            </a:r>
            <a:r>
              <a:rPr lang="en-US" dirty="0" smtClean="0"/>
              <a:t>is equivalent to one line in the dictionary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09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Chat display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</a:t>
            </a:r>
            <a:r>
              <a:rPr lang="en-US" dirty="0"/>
              <a:t> </a:t>
            </a:r>
            <a:r>
              <a:rPr lang="en-US" dirty="0"/>
              <a:t>void</a:t>
            </a:r>
            <a:r>
              <a:rPr lang="en-US" dirty="0"/>
              <a:t> </a:t>
            </a:r>
            <a:r>
              <a:rPr lang="en-US" dirty="0" err="1"/>
              <a:t>AddUserMessage</a:t>
            </a:r>
            <a:r>
              <a:rPr lang="en-US" dirty="0"/>
              <a:t>(</a:t>
            </a:r>
            <a:r>
              <a:rPr lang="en-US" dirty="0"/>
              <a:t>string</a:t>
            </a:r>
            <a:r>
              <a:rPr lang="en-US" dirty="0"/>
              <a:t> </a:t>
            </a:r>
            <a:r>
              <a:rPr lang="en-US" dirty="0" err="1"/>
              <a:t>msg</a:t>
            </a:r>
            <a:r>
              <a:rPr lang="en-US" dirty="0" smtClean="0"/>
              <a:t>)</a:t>
            </a:r>
          </a:p>
          <a:p>
            <a:r>
              <a:rPr lang="en-US" dirty="0" smtClean="0"/>
              <a:t> </a:t>
            </a:r>
            <a:r>
              <a:rPr lang="en-US" dirty="0"/>
              <a:t>{ </a:t>
            </a:r>
            <a:endParaRPr lang="en-US" dirty="0" smtClean="0"/>
          </a:p>
          <a:p>
            <a:r>
              <a:rPr lang="en-US" dirty="0" err="1" smtClean="0"/>
              <a:t>ChatList.Items.Add</a:t>
            </a:r>
            <a:r>
              <a:rPr lang="en-US" dirty="0"/>
              <a:t>(</a:t>
            </a:r>
            <a:r>
              <a:rPr lang="en-US" dirty="0"/>
              <a:t>$" You: </a:t>
            </a:r>
            <a:r>
              <a:rPr lang="en-US" dirty="0"/>
              <a:t>{</a:t>
            </a:r>
            <a:r>
              <a:rPr lang="en-US" dirty="0" err="1"/>
              <a:t>msg</a:t>
            </a:r>
            <a:r>
              <a:rPr lang="en-US" dirty="0"/>
              <a:t>}</a:t>
            </a:r>
            <a:r>
              <a:rPr lang="en-US" dirty="0"/>
              <a:t>"</a:t>
            </a:r>
            <a:r>
              <a:rPr lang="en-US" dirty="0"/>
              <a:t>); </a:t>
            </a:r>
            <a:r>
              <a:rPr lang="en-US" dirty="0" err="1"/>
              <a:t>ChatList.</a:t>
            </a:r>
            <a:r>
              <a:rPr lang="en-US" dirty="0" err="1"/>
              <a:t>ScrollIntoView</a:t>
            </a:r>
            <a:r>
              <a:rPr lang="en-US" dirty="0"/>
              <a:t>(</a:t>
            </a:r>
            <a:r>
              <a:rPr lang="en-US" dirty="0" err="1"/>
              <a:t>ChatList.Items</a:t>
            </a:r>
            <a:r>
              <a:rPr lang="en-US" dirty="0"/>
              <a:t>[^1]); </a:t>
            </a:r>
            <a:endParaRPr lang="en-US" dirty="0" smtClean="0"/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private </a:t>
            </a:r>
            <a:r>
              <a:rPr lang="en-US" dirty="0"/>
              <a:t>void</a:t>
            </a:r>
            <a:r>
              <a:rPr lang="en-US" dirty="0"/>
              <a:t> </a:t>
            </a:r>
            <a:r>
              <a:rPr lang="en-US" dirty="0" err="1"/>
              <a:t>AddBotMessage</a:t>
            </a:r>
            <a:r>
              <a:rPr lang="en-US" dirty="0"/>
              <a:t>(</a:t>
            </a:r>
            <a:r>
              <a:rPr lang="en-US" dirty="0"/>
              <a:t>string</a:t>
            </a:r>
            <a:r>
              <a:rPr lang="en-US" dirty="0"/>
              <a:t> </a:t>
            </a:r>
            <a:r>
              <a:rPr lang="en-US" dirty="0" err="1"/>
              <a:t>msg</a:t>
            </a:r>
            <a:r>
              <a:rPr lang="en-US" dirty="0"/>
              <a:t>) </a:t>
            </a:r>
            <a:endParaRPr lang="en-US" dirty="0" smtClean="0"/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ChatList.Items.Add</a:t>
            </a:r>
            <a:r>
              <a:rPr lang="en-US" dirty="0"/>
              <a:t>(</a:t>
            </a:r>
            <a:r>
              <a:rPr lang="en-US" dirty="0"/>
              <a:t>$" Bot: </a:t>
            </a:r>
            <a:r>
              <a:rPr lang="en-US" dirty="0"/>
              <a:t>{</a:t>
            </a:r>
            <a:r>
              <a:rPr lang="en-US" dirty="0" err="1"/>
              <a:t>msg</a:t>
            </a:r>
            <a:r>
              <a:rPr lang="en-US" dirty="0"/>
              <a:t>}</a:t>
            </a:r>
            <a:r>
              <a:rPr lang="en-US" dirty="0"/>
              <a:t>"</a:t>
            </a:r>
            <a:r>
              <a:rPr lang="en-US" dirty="0"/>
              <a:t>); </a:t>
            </a:r>
            <a:r>
              <a:rPr lang="en-US" dirty="0" err="1"/>
              <a:t>ChatList.</a:t>
            </a:r>
            <a:r>
              <a:rPr lang="en-US" dirty="0" err="1"/>
              <a:t>ScrollIntoView</a:t>
            </a:r>
            <a:r>
              <a:rPr lang="en-US" dirty="0"/>
              <a:t>(</a:t>
            </a:r>
            <a:r>
              <a:rPr lang="en-US" dirty="0" err="1"/>
              <a:t>ChatList.Items</a:t>
            </a:r>
            <a:r>
              <a:rPr lang="en-US" dirty="0"/>
              <a:t>[^1]); </a:t>
            </a:r>
            <a:endParaRPr lang="en-US" dirty="0" smtClean="0"/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Clear visual difference between the use and the bot.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00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Voice synthesis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Voice greeting method:</a:t>
            </a:r>
          </a:p>
          <a:p>
            <a:r>
              <a:rPr lang="en-US" dirty="0"/>
              <a:t>private</a:t>
            </a:r>
            <a:r>
              <a:rPr lang="en-US" dirty="0"/>
              <a:t> </a:t>
            </a:r>
            <a:r>
              <a:rPr lang="en-US" dirty="0"/>
              <a:t>Task</a:t>
            </a:r>
            <a:r>
              <a:rPr lang="en-US" dirty="0"/>
              <a:t> </a:t>
            </a:r>
            <a:r>
              <a:rPr lang="en-US" dirty="0" err="1"/>
              <a:t>VoiceGreeting</a:t>
            </a:r>
            <a:r>
              <a:rPr lang="en-US" dirty="0"/>
              <a:t>() </a:t>
            </a:r>
            <a:endParaRPr lang="en-US" dirty="0" smtClean="0"/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speech.SpeakAsync</a:t>
            </a:r>
            <a:r>
              <a:rPr lang="en-US" dirty="0"/>
              <a:t>(</a:t>
            </a:r>
            <a:r>
              <a:rPr lang="en-US" dirty="0"/>
              <a:t>"Hello! Welcome to the Cybersecurity Awareness Bot."</a:t>
            </a:r>
            <a:r>
              <a:rPr lang="en-US" dirty="0"/>
              <a:t>); </a:t>
            </a:r>
            <a:endParaRPr lang="en-US" dirty="0" smtClean="0"/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Speak response method:</a:t>
            </a:r>
          </a:p>
          <a:p>
            <a:r>
              <a:rPr lang="en-US" dirty="0"/>
              <a:t>private</a:t>
            </a:r>
            <a:r>
              <a:rPr lang="en-US" dirty="0"/>
              <a:t> </a:t>
            </a:r>
            <a:r>
              <a:rPr lang="en-US" dirty="0"/>
              <a:t>Task</a:t>
            </a:r>
            <a:r>
              <a:rPr lang="en-US" dirty="0"/>
              <a:t> </a:t>
            </a:r>
            <a:r>
              <a:rPr lang="en-US" dirty="0" err="1" smtClean="0"/>
              <a:t>SpeakResponse</a:t>
            </a:r>
            <a:r>
              <a:rPr lang="en-US" dirty="0" smtClean="0"/>
              <a:t>(string message)</a:t>
            </a:r>
          </a:p>
          <a:p>
            <a:r>
              <a:rPr lang="en-US" dirty="0" smtClean="0"/>
              <a:t>{ </a:t>
            </a:r>
          </a:p>
          <a:p>
            <a:r>
              <a:rPr lang="en-US" dirty="0"/>
              <a:t> </a:t>
            </a:r>
            <a:r>
              <a:rPr lang="en-US" dirty="0" smtClean="0"/>
              <a:t>try</a:t>
            </a:r>
          </a:p>
          <a:p>
            <a:r>
              <a:rPr lang="en-US" dirty="0" smtClean="0"/>
              <a:t>{</a:t>
            </a:r>
          </a:p>
          <a:p>
            <a:r>
              <a:rPr lang="en-US" dirty="0"/>
              <a:t> </a:t>
            </a:r>
            <a:r>
              <a:rPr lang="en-US" dirty="0" smtClean="0"/>
              <a:t>await </a:t>
            </a:r>
            <a:r>
              <a:rPr lang="en-US" dirty="0" err="1" smtClean="0"/>
              <a:t>Task.Run</a:t>
            </a:r>
            <a:r>
              <a:rPr lang="en-US" dirty="0" smtClean="0"/>
              <a:t>(() = &gt; speak (message));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catch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46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Private </a:t>
            </a:r>
            <a:r>
              <a:rPr lang="en-US" dirty="0" err="1" smtClean="0"/>
              <a:t>async</a:t>
            </a:r>
            <a:r>
              <a:rPr lang="en-US" dirty="0" smtClean="0"/>
              <a:t> void </a:t>
            </a:r>
            <a:r>
              <a:rPr lang="en-US" dirty="0" err="1" smtClean="0"/>
              <a:t>MainWindow_Loaded</a:t>
            </a:r>
            <a:r>
              <a:rPr lang="en-US" dirty="0" smtClean="0"/>
              <a:t>(object sender, </a:t>
            </a:r>
            <a:r>
              <a:rPr lang="en-US" dirty="0" err="1" smtClean="0"/>
              <a:t>RoutedEventArgs</a:t>
            </a:r>
            <a:r>
              <a:rPr lang="en-US" dirty="0" smtClean="0"/>
              <a:t>)</a:t>
            </a:r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AddBotMessage</a:t>
            </a:r>
            <a:r>
              <a:rPr lang="en-US" dirty="0" smtClean="0"/>
              <a:t>(“Hello I’m your cybersecurity awareness bot”);</a:t>
            </a:r>
          </a:p>
          <a:p>
            <a:r>
              <a:rPr lang="en-US" dirty="0"/>
              <a:t> </a:t>
            </a:r>
            <a:r>
              <a:rPr lang="en-US" dirty="0" smtClean="0"/>
              <a:t>await </a:t>
            </a:r>
            <a:r>
              <a:rPr lang="en-US" dirty="0" err="1" smtClean="0"/>
              <a:t>Voicegreeting</a:t>
            </a:r>
            <a:r>
              <a:rPr lang="en-US" dirty="0" smtClean="0"/>
              <a:t>();</a:t>
            </a:r>
          </a:p>
          <a:p>
            <a:r>
              <a:rPr lang="en-US" dirty="0" err="1" smtClean="0"/>
              <a:t>AddBotMessage</a:t>
            </a:r>
            <a:r>
              <a:rPr lang="en-US" dirty="0" smtClean="0"/>
              <a:t>(“What’s your name?”);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The “await” prevents the UI from </a:t>
            </a:r>
            <a:r>
              <a:rPr lang="en-US" smtClean="0"/>
              <a:t>freezing while </a:t>
            </a:r>
            <a:r>
              <a:rPr lang="en-US" dirty="0" smtClean="0"/>
              <a:t>speaking which ensures that there are no crashes.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91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81</TotalTime>
  <Words>714</Words>
  <Application>Microsoft Office PowerPoint</Application>
  <PresentationFormat>On-screen Show (4:3)</PresentationFormat>
  <Paragraphs>71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Adjacency</vt:lpstr>
      <vt:lpstr>Cybersecurity Awareness Chatbot-Logic (part two)</vt:lpstr>
      <vt:lpstr>String input</vt:lpstr>
      <vt:lpstr>Response generator</vt:lpstr>
      <vt:lpstr>PowerPoint Presentation</vt:lpstr>
      <vt:lpstr>Delegate dictionary setup</vt:lpstr>
      <vt:lpstr>PowerPoint Presentation</vt:lpstr>
      <vt:lpstr>Chat display management</vt:lpstr>
      <vt:lpstr>Voice synthesis</vt:lpstr>
      <vt:lpstr>PowerPoint Presentation</vt:lpstr>
    </vt:vector>
  </TitlesOfParts>
  <Company>SABC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Awareness Chatbot-Logic (part two)</dc:title>
  <dc:creator>Busi Mogane</dc:creator>
  <cp:lastModifiedBy>Busi Mogane</cp:lastModifiedBy>
  <cp:revision>10</cp:revision>
  <dcterms:created xsi:type="dcterms:W3CDTF">2026-05-28T21:52:00Z</dcterms:created>
  <dcterms:modified xsi:type="dcterms:W3CDTF">2026-05-28T23:13:50Z</dcterms:modified>
</cp:coreProperties>
</file>